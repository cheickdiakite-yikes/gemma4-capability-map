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partner-style deck and revise it after comments while preserving the core 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Section: Context</a:t>
            </a:r>
          </a:p>
          <a:p>
            <a:pPr/>
            <a:r>
              <a:t>Section: Evidence</a:t>
            </a:r>
          </a:p>
          <a:p>
            <a:pPr lvl="1"/>
            <a:r>
              <a:t>invoice 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Section: Exposure</a:t>
            </a:r>
          </a:p>
          <a:p>
            <a:pPr/>
            <a:r>
              <a:t>Section: Mitigation</a:t>
            </a:r>
          </a:p>
          <a:p>
            <a:pPr lvl="1"/>
            <a:r>
              <a:t>safe_mode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Section: Action</a:t>
            </a:r>
          </a:p>
          <a:p>
            <a:pPr/>
            <a:r>
              <a:t>Section: Rationale</a:t>
            </a:r>
          </a:p>
          <a:p>
            <a:pPr lvl="1"/>
            <a:r>
              <a:t>invoice lock</a:t>
            </a:r>
          </a:p>
          <a:p>
            <a:pPr lvl="1"/>
            <a:r>
              <a:t>safe_mode</a:t>
            </a:r>
          </a:p>
          <a:p>
            <a:pPr lvl="1"/>
            <a:r>
              <a:t>committee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Source: seeded-1</a:t>
            </a:r>
          </a:p>
          <a:p>
            <a:pPr lvl="1"/>
            <a:r>
              <a:t>Source: seeded-2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